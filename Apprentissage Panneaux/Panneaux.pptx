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7" r:id="rId4"/>
    <p:sldId id="265" r:id="rId5"/>
    <p:sldId id="258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21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6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06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84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01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9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04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88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21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78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49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6E3D2-70AC-4440-A43D-16508729F170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09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354" y="1192715"/>
            <a:ext cx="1476260" cy="147626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644" y="1149205"/>
            <a:ext cx="1897758" cy="167813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63" y="3954327"/>
            <a:ext cx="1555847" cy="137109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66" y="3849366"/>
            <a:ext cx="1735749" cy="158371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352" y="3784700"/>
            <a:ext cx="1596821" cy="171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2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233" y="2409070"/>
            <a:ext cx="1653484" cy="165770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136" y="2366210"/>
            <a:ext cx="1687229" cy="16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5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985" y="3049659"/>
            <a:ext cx="820899" cy="8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72" y="1602309"/>
            <a:ext cx="757410" cy="7574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4" y="1539438"/>
            <a:ext cx="973663" cy="86098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755" y="1635061"/>
            <a:ext cx="798243" cy="70345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500" y="1594525"/>
            <a:ext cx="844176" cy="77023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86" y="4291137"/>
            <a:ext cx="819266" cy="87974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223" y="4361310"/>
            <a:ext cx="762199" cy="7641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02" y="4349507"/>
            <a:ext cx="777754" cy="7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038" y="2926080"/>
            <a:ext cx="888316" cy="89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7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50" y="2687541"/>
            <a:ext cx="1055280" cy="93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855" y="3132813"/>
            <a:ext cx="865154" cy="7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6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17" y="3085106"/>
            <a:ext cx="965192" cy="88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9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82" y="2997641"/>
            <a:ext cx="887939" cy="95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 Arnault</dc:creator>
  <cp:lastModifiedBy>Chris Arnault</cp:lastModifiedBy>
  <cp:revision>8</cp:revision>
  <dcterms:created xsi:type="dcterms:W3CDTF">2026-03-02T16:10:20Z</dcterms:created>
  <dcterms:modified xsi:type="dcterms:W3CDTF">2026-03-18T07:40:39Z</dcterms:modified>
</cp:coreProperties>
</file>
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6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94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0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59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65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06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04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50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83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64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10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459A-4ED1-46B2-B639-444A79E383BB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77FAE-31D6-4C6F-9AA5-C67D0F0622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426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992" y="516841"/>
            <a:ext cx="1428750" cy="14287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967" y="4539368"/>
            <a:ext cx="1428750" cy="1428750"/>
          </a:xfrm>
          <a:prstGeom prst="rect">
            <a:avLst/>
          </a:prstGeom>
        </p:spPr>
      </p:pic>
      <p:grpSp>
        <p:nvGrpSpPr>
          <p:cNvPr id="15" name="Groupe 14"/>
          <p:cNvGrpSpPr/>
          <p:nvPr/>
        </p:nvGrpSpPr>
        <p:grpSpPr>
          <a:xfrm>
            <a:off x="10295041" y="516841"/>
            <a:ext cx="1441502" cy="5451277"/>
            <a:chOff x="10295041" y="516841"/>
            <a:chExt cx="1441502" cy="5451277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5041" y="4526616"/>
              <a:ext cx="1441502" cy="1441502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01417" y="516841"/>
              <a:ext cx="1428750" cy="1428750"/>
            </a:xfrm>
            <a:prstGeom prst="rect">
              <a:avLst/>
            </a:prstGeom>
          </p:spPr>
        </p:pic>
      </p:grpSp>
      <p:grpSp>
        <p:nvGrpSpPr>
          <p:cNvPr id="13" name="Groupe 12"/>
          <p:cNvGrpSpPr/>
          <p:nvPr/>
        </p:nvGrpSpPr>
        <p:grpSpPr>
          <a:xfrm>
            <a:off x="674545" y="516841"/>
            <a:ext cx="1494672" cy="5451277"/>
            <a:chOff x="674545" y="516841"/>
            <a:chExt cx="1494672" cy="5451277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545" y="4473446"/>
              <a:ext cx="1494672" cy="1494672"/>
            </a:xfrm>
            <a:prstGeom prst="rect">
              <a:avLst/>
            </a:prstGeom>
          </p:spPr>
        </p:pic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278" y="516841"/>
              <a:ext cx="1461207" cy="1524738"/>
            </a:xfrm>
            <a:prstGeom prst="rect">
              <a:avLst/>
            </a:prstGeom>
          </p:spPr>
        </p:pic>
      </p:grpSp>
      <p:grpSp>
        <p:nvGrpSpPr>
          <p:cNvPr id="14" name="Groupe 13"/>
          <p:cNvGrpSpPr/>
          <p:nvPr/>
        </p:nvGrpSpPr>
        <p:grpSpPr>
          <a:xfrm>
            <a:off x="5517754" y="532744"/>
            <a:ext cx="1428750" cy="5451277"/>
            <a:chOff x="5440722" y="532744"/>
            <a:chExt cx="1428750" cy="5451277"/>
          </a:xfrm>
        </p:grpSpPr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722" y="532744"/>
              <a:ext cx="1428750" cy="1428750"/>
            </a:xfrm>
            <a:prstGeom prst="rect">
              <a:avLst/>
            </a:prstGeom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722" y="4555271"/>
              <a:ext cx="1428750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99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413" y="4596934"/>
            <a:ext cx="1428750" cy="142875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129" y="4596934"/>
            <a:ext cx="1428750" cy="14287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75" y="4596934"/>
            <a:ext cx="1428750" cy="14287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519" y="378359"/>
            <a:ext cx="1738538" cy="152411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057" y="378359"/>
            <a:ext cx="1586894" cy="139370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65" y="378359"/>
            <a:ext cx="1597171" cy="140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4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544" y="4407346"/>
            <a:ext cx="1557125" cy="13607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619" y="725071"/>
            <a:ext cx="1428750" cy="14287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475" y="4407346"/>
            <a:ext cx="1540230" cy="15402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986" y="725071"/>
            <a:ext cx="1428750" cy="14287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989" y="4407346"/>
            <a:ext cx="1428750" cy="14287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35" y="725071"/>
            <a:ext cx="1516867" cy="135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4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30" y="4013254"/>
            <a:ext cx="1677891" cy="149891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3" y="713467"/>
            <a:ext cx="2053144" cy="183890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159" y="4013254"/>
            <a:ext cx="1512806" cy="135494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71" y="713467"/>
            <a:ext cx="1602783" cy="143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93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77" y="124280"/>
            <a:ext cx="5722082" cy="64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2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310" y="375740"/>
            <a:ext cx="5794886" cy="63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521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 Arnault</dc:creator>
  <cp:lastModifiedBy>Chris Arnault</cp:lastModifiedBy>
  <cp:revision>5</cp:revision>
  <dcterms:created xsi:type="dcterms:W3CDTF">2026-01-25T12:09:04Z</dcterms:created>
  <dcterms:modified xsi:type="dcterms:W3CDTF">2026-01-30T08:58:00Z</dcterms:modified>
</cp:coreProperties>
</file>
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69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62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74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73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24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2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95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633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35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21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94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F9B28-38A6-470D-8D8D-8F3517C72861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6D20C-78AC-4FE7-8AF9-61272E74D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69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/>
          <p:cNvGrpSpPr/>
          <p:nvPr/>
        </p:nvGrpSpPr>
        <p:grpSpPr>
          <a:xfrm>
            <a:off x="1147719" y="911701"/>
            <a:ext cx="9622780" cy="5319167"/>
            <a:chOff x="532724" y="976437"/>
            <a:chExt cx="9622780" cy="5319167"/>
          </a:xfrm>
        </p:grpSpPr>
        <p:grpSp>
          <p:nvGrpSpPr>
            <p:cNvPr id="9" name="Groupe 8"/>
            <p:cNvGrpSpPr/>
            <p:nvPr/>
          </p:nvGrpSpPr>
          <p:grpSpPr>
            <a:xfrm>
              <a:off x="1940506" y="1421647"/>
              <a:ext cx="5697883" cy="4154168"/>
              <a:chOff x="912150" y="258147"/>
              <a:chExt cx="4679876" cy="3566430"/>
            </a:xfrm>
          </p:grpSpPr>
          <p:pic>
            <p:nvPicPr>
              <p:cNvPr id="1026" name="Picture 2" descr="RSJ2025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150" y="258147"/>
                <a:ext cx="4679876" cy="35664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ZoneTexte 6"/>
              <p:cNvSpPr txBox="1"/>
              <p:nvPr/>
            </p:nvSpPr>
            <p:spPr>
              <a:xfrm rot="20727209">
                <a:off x="3558503" y="2835998"/>
                <a:ext cx="4331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FF0000"/>
                    </a:solidFill>
                  </a:rPr>
                  <a:t>PID</a:t>
                </a:r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ZoneTexte 9"/>
              <p:cNvSpPr txBox="1"/>
              <p:nvPr/>
            </p:nvSpPr>
            <p:spPr>
              <a:xfrm rot="1599078">
                <a:off x="2162264" y="2705259"/>
                <a:ext cx="10744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FF0000"/>
                    </a:solidFill>
                  </a:rPr>
                  <a:t>commandes</a:t>
                </a:r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ZoneTexte 10"/>
              <p:cNvSpPr txBox="1"/>
              <p:nvPr/>
            </p:nvSpPr>
            <p:spPr>
              <a:xfrm rot="20774766">
                <a:off x="3035238" y="1946818"/>
                <a:ext cx="10163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FF0000"/>
                    </a:solidFill>
                  </a:rPr>
                  <a:t>PID, vitesse</a:t>
                </a:r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ZoneTexte 11"/>
              <p:cNvSpPr txBox="1"/>
              <p:nvPr/>
            </p:nvSpPr>
            <p:spPr>
              <a:xfrm>
                <a:off x="2783441" y="741346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FF0000"/>
                    </a:solidFill>
                  </a:rPr>
                  <a:t>WEB</a:t>
                </a:r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Rectangle 12"/>
            <p:cNvSpPr/>
            <p:nvPr/>
          </p:nvSpPr>
          <p:spPr>
            <a:xfrm>
              <a:off x="6613227" y="5673516"/>
              <a:ext cx="2805902" cy="622088"/>
            </a:xfrm>
            <a:prstGeom prst="wedgeRectCallout">
              <a:avLst>
                <a:gd name="adj1" fmla="val -93172"/>
                <a:gd name="adj2" fmla="val -185491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400" dirty="0" smtClean="0">
                  <a:solidFill>
                    <a:srgbClr val="FF0000"/>
                  </a:solidFill>
                </a:rPr>
                <a:t>Le K210 envoie le </a:t>
              </a:r>
              <a:r>
                <a:rPr lang="fr-FR" sz="1400" dirty="0" smtClean="0">
                  <a:solidFill>
                    <a:srgbClr val="00B0F0"/>
                  </a:solidFill>
                </a:rPr>
                <a:t>PID</a:t>
              </a:r>
              <a:r>
                <a:rPr lang="fr-FR" sz="1400" dirty="0" smtClean="0">
                  <a:solidFill>
                    <a:srgbClr val="FF0000"/>
                  </a:solidFill>
                </a:rPr>
                <a:t> des panneaux reconnus au Robot (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uart</a:t>
              </a:r>
              <a:r>
                <a:rPr lang="fr-FR" sz="1400" dirty="0" smtClean="0">
                  <a:solidFill>
                    <a:srgbClr val="FF0000"/>
                  </a:solidFill>
                </a:rPr>
                <a:t>)</a:t>
              </a:r>
              <a:endParaRPr lang="fr-FR" sz="2000" dirty="0" smtClean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32724" y="4691685"/>
              <a:ext cx="2809287" cy="622088"/>
            </a:xfrm>
            <a:prstGeom prst="wedgeRectCallout">
              <a:avLst>
                <a:gd name="adj1" fmla="val 63620"/>
                <a:gd name="adj2" fmla="val -100443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400" dirty="0" smtClean="0">
                  <a:solidFill>
                    <a:srgbClr val="FF0000"/>
                  </a:solidFill>
                </a:rPr>
                <a:t>La Télécommande envoie les </a:t>
              </a:r>
              <a:r>
                <a:rPr lang="fr-FR" sz="1400" dirty="0" smtClean="0">
                  <a:solidFill>
                    <a:srgbClr val="00B0F0"/>
                  </a:solidFill>
                </a:rPr>
                <a:t>ordres moteurs</a:t>
              </a:r>
              <a:r>
                <a:rPr lang="fr-FR" sz="1400" dirty="0" smtClean="0">
                  <a:solidFill>
                    <a:srgbClr val="FF0000"/>
                  </a:solidFill>
                </a:rPr>
                <a:t> au Robot (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espnow</a:t>
              </a:r>
              <a:r>
                <a:rPr lang="fr-FR" sz="1400" dirty="0" smtClean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074643" y="3155316"/>
              <a:ext cx="3080861" cy="699062"/>
            </a:xfrm>
            <a:prstGeom prst="wedgeRectCallout">
              <a:avLst>
                <a:gd name="adj1" fmla="val -124755"/>
                <a:gd name="adj2" fmla="val 36232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400" dirty="0" smtClean="0">
                  <a:solidFill>
                    <a:srgbClr val="FF0000"/>
                  </a:solidFill>
                </a:rPr>
                <a:t>Le Robot envoie ses informations (</a:t>
              </a:r>
              <a:r>
                <a:rPr lang="fr-FR" sz="1400" dirty="0" smtClean="0">
                  <a:solidFill>
                    <a:srgbClr val="00B0F0"/>
                  </a:solidFill>
                </a:rPr>
                <a:t>PID, vitesse</a:t>
              </a:r>
              <a:r>
                <a:rPr lang="fr-FR" sz="1400" dirty="0" smtClean="0">
                  <a:solidFill>
                    <a:srgbClr val="FF0000"/>
                  </a:solidFill>
                </a:rPr>
                <a:t>) à la base et à la télécommande  (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espnow</a:t>
              </a:r>
              <a:r>
                <a:rPr lang="fr-FR" sz="1400" dirty="0" smtClean="0">
                  <a:solidFill>
                    <a:srgbClr val="FF0000"/>
                  </a:solidFill>
                </a:rPr>
                <a:t>).(</a:t>
              </a:r>
              <a:r>
                <a:rPr lang="fr-FR" sz="1400" dirty="0" smtClean="0">
                  <a:solidFill>
                    <a:srgbClr val="00B0F0"/>
                  </a:solidFill>
                </a:rPr>
                <a:t>vitesse = 0, 1, 2</a:t>
              </a:r>
              <a:r>
                <a:rPr lang="fr-FR" sz="1400" dirty="0" smtClean="0">
                  <a:solidFill>
                    <a:srgbClr val="FF0000"/>
                  </a:solidFill>
                </a:rPr>
                <a:t>)</a:t>
              </a:r>
              <a:endParaRPr lang="fr-FR" sz="1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68039" y="976437"/>
              <a:ext cx="2309752" cy="568675"/>
            </a:xfrm>
            <a:prstGeom prst="wedgeRectCallout">
              <a:avLst>
                <a:gd name="adj1" fmla="val 47949"/>
                <a:gd name="adj2" fmla="val 133523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400" dirty="0" smtClean="0">
                  <a:solidFill>
                    <a:srgbClr val="FF0000"/>
                  </a:solidFill>
                </a:rPr>
                <a:t>la Base communique avec un PC en tant que 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Serveur Web</a:t>
              </a:r>
              <a:r>
                <a:rPr lang="fr-FR" sz="1400" dirty="0" smtClean="0">
                  <a:solidFill>
                    <a:srgbClr val="FF0000"/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11596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70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 Arnault</dc:creator>
  <cp:lastModifiedBy>Chris Arnault</cp:lastModifiedBy>
  <cp:revision>6</cp:revision>
  <dcterms:created xsi:type="dcterms:W3CDTF">2026-03-18T16:42:12Z</dcterms:created>
  <dcterms:modified xsi:type="dcterms:W3CDTF">2026-03-19T08:45:10Z</dcterms:modified>
</cp:coreProperties>
</file>